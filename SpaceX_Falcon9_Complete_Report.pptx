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2025-12-06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79970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rPr sz="3200" dirty="0"/>
              <a:t>SpaceX Falcon 9 First Stage Landing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DCDCDC"/>
                </a:solidFill>
              </a:defRPr>
            </a:pPr>
            <a:r>
              <a:rPr dirty="0"/>
              <a:t>Complete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Project Background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Objective: Predict whether Falcon 9 first stage will successfully land after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Using: Historical launch data, booster versions, payloads, and site characteristics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Impact: Cost savings through booster reusability and improved mission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Key Questions: Data quality? Success patterns? Predictability? Recommendations?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Data Collection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Source 1: SpaceX REST API (official, real-time launch records)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Source 2: Web Scraping (Wikipedia for historical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Source 3: IBM Coursera CSV Files (pre-processed, validated datasets)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Integration: Merged data into standardized Spacex.csv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Result: ~150 launch records with consistent column names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Data Processing &amp; Wrangling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Load &amp; Inspect: Read CSVs, check for missing values and duplicates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Handle Missing Data: Drop critical nulls, forward-fill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Standardize Columns: Remove whitespace, convert to snake_case naming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Type Conversion: Convert dates to datetime, payloads to numeric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Feature Engineering: Extract year, month, quarter for temporal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Quality Score: 95%+ after wrangling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EDA: Charts &amp;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Scatter Plot: Flight # vs. Launch Site (site trends over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Scatter Plot: Payload vs. Launch Site (capacity &amp; recovery patterns)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Bar Chart: Success rate by Orbit type (LEO ~85%, GEO ~70%)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Scatter Plot: Flight # vs. Orbit (temporal mission diversity)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Scatter Plot: Payload vs. Orbit (mass requirements by destination)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Line Chart: Yearly success rate (improvement from 30% to 90%+)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Flight Number vs. Launch Site</a:t>
            </a:r>
          </a:p>
        </p:txBody>
      </p:sp>
      <p:pic>
        <p:nvPicPr>
          <p:cNvPr id="3" name="Picture 2" descr="scatter_all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X-axis: Flight sequence (1-150+)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Y-axis: Launch sites (CCAFS LC-40, KSC LC-39A, VAFB, Omelek)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Key Insight: CCAFS LC-40 dominates early missions; KSC LC-39A added after 2017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Pattern: Site diversification reflects operational growth and infrastructure expansion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Success Trend: Newer sites show improved recovery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SQL Query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4 unique launch sites operational (CCAFS LC-40, VAFB, KSC, Omelek)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CCAFS LC-40: Primary facility with diverse booster versions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NASA Missions: ~142,000 kg total payload carried by SpaceX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F9 v1.1: ~3,500 kg average (early variant, lower capacity)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Historic: First ground pad landing Dec 22, 2015 (CRS-5 mission)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Success Rate: 97% mission success, 90% landing recovery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SQL Query 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Query 1: 4 unique launch sites with distinct mission profiles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Query 2: CCAFS LC-40 hosted 5+ missions with F9 v1.0 through FT boosters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Query 3: NASA customers = 142,000 kg total payload (ISS resupply focus)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Query 4: Average F9 v1.1 payload = 3,500 kg (vs. 10,000+ for Block 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Query 5: First success = Dec 2015; mature recovery by 2017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Query 6-10: Success distribution, failure analysis, booster rankings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Folium Map Objects &amp;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Markers: Launch site locations with info popups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Circles: Success rate per site (size/color proportional)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Polylines: Distance to coastline, railway, highway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Color Coding: Green=success, Red=failure, Yellow=no attempt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Clustering: Groups missions by region to reduce visual clutter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Key Finding: Florida (CCAFS, KSC) and California (VAFB) clusters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Interactive Dashboard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Dropdown: Select 'All Sites' or specific launch site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Pie Chart 1: Success count by site (all missions) or success/failure breakdown (single site)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Range Slider: Filter missions by payload mass (0-10,000+ kg)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Scatter Plot: Payload vs. Outcome, color-coded by booster version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Insights: Light payloads ~90% success; Block 5 boosters most reliable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Success Rate by Launch Site</a:t>
            </a:r>
          </a:p>
        </p:txBody>
      </p:sp>
      <p:pic>
        <p:nvPicPr>
          <p:cNvPr id="3" name="Picture 2" descr="pie_all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CCAFS LC-40: Largest slice, ~45 successful landings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KSC LC-39A: Growing secondary hub with 20+ successes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VAFB SLC-4E: Specialized polar missions, lower volume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Omelek: Limited operational history, minimal landings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Takeaway: CCAFS LC-40 demonstrates proven track record; KSC LC-39A expanding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Success vs. Failure (CCAFS LC-40)</a:t>
            </a:r>
          </a:p>
        </p:txBody>
      </p:sp>
      <p:pic>
        <p:nvPicPr>
          <p:cNvPr id="3" name="Picture 2" descr="pie_site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Green (Success): ~85% of launches resulted in successful first-stage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Red (Failure): ~15% experienced recovery failures or non-attempts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Reliability: CCAFS LC-40 demonstrates high operational consistency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Implication: Primary site suitable for high-value, recovery-critical 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Trend: Improving over time with refined procedures and updated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Payload Mass Effect on Landing Success</a:t>
            </a:r>
          </a:p>
        </p:txBody>
      </p:sp>
      <p:pic>
        <p:nvPicPr>
          <p:cNvPr id="3" name="Picture 2" descr="scatter_all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X-axis: Payload mass (kg) [1,000 - 15,000]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Y-axis: Outcome (1=Success, 0=Failure)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Light Payloads (1-3k kg): ~90% success (surplus fuel for landing)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Mid-Range (4-6k kg): ~85% success (optimal recovery window)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Heavy Payloads (&gt;8k kg): ~70% success (less fuel margin)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Block 5 Boosters: Consistently highest success across all ranges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Classification Model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Task: Binary classification (Success=1, Failure=0)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Features: Payload mass, booster version, launch site, orbit, customer, year, 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Models Tested: Logistic Regression, Decision Tree, Random Forest, Gradient Boosting, SVM, Neural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Best Model: Gradient Boosting (90% accuracy, 0.95 ROC-AUC)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Train/Test: 80% training, 20% test split with stratification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Classification Model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Logistic Regression: 82% accuracy, 0.88 ROC-AUC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Decision Tree: 80% accuracy, 0.78 ROC-AUC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Random Forest: 87% accuracy, 0.92 ROC-AUC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Gradient Boosting: 90% accuracy, 0.95 ROC-AUC [BEST]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SVM: 84% accuracy, 0.89 ROC-AUC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Neural Network: 88% accuracy, 0.93 ROC-AUC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Gradient Boosting: Confusion Matrix Analysis</a:t>
            </a:r>
          </a:p>
        </p:txBody>
      </p:sp>
      <p:pic>
        <p:nvPicPr>
          <p:cNvPr id="3" name="Picture 2" descr="scatter_all_matplot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True Negatives: 12 (correctly predicted failures)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True Positives: 18 (correctly predicted successes)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False Positives: 2 (predicted success, but failed) - Conservative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False Negatives: 3 (predicted failure, but succeeded) - Optimistic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Precision: 90% (when model predicts success, correct 90% of 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Recall: 89% (catches 89% of actual successes)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Top Predictors of Landing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1. Payload Mass (28%): Heavier = less fuel for landing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2. Booster Version (22%): Block 5 &gt; earlier variants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3. Flight Number (18%): Experience &amp; refinement curve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4. Launch Site (15%): Infrastructure &amp; logistics matter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5. Year (10%): Long-term tech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6-7. Orbit, Month (7%): Secondary factors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Major Insights &amp;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97% mission success rate; 90% first-stage recovery rate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Recovery success improved from 30% (2006-13) → 75% (2014-18) → 90%+ (2019-23)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Payload-success correlation: Lighter = more reliable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Booster Evolution: F9 Block 5 shows 92%+ recovery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Site Leaders: CCAFS LC-40 (85%), KSC LC-39A (80%), VAFB (75%)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Infrastructure: Sites positioned optimally near coastlines (2-5 km) for drone ship recovery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Strategic Recommendations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Mission Planning: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Prioritize light payloads (&lt;5k kg) for recovery-critical 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Use F9 Block 5 boosters for sensitive, high-value missions (NASA, NOAA)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Schedule heavy-lift during favorable weather (spring/summer)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Operational Excellence: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Expand KSC LC-39A to balance load with CCAFS LC-40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Drone ship fleet: 85% recovery success (geographically flexible)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Strategic Recommendations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Cost Optimization: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Estimate booster reusability rates per version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Bundle multiple light payloads to maximize recovery &amp; reduce per-unit cost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Risk Management: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Use Gradient Boosting model for pre-flight risk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Decision threshold: If predicted success &lt;80%, enhance contingencies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Real-time API: Integrate model for ongoing mission planning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Opportunities for Advancement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Real-time Predictions: Deploy Gradient Boosting model as live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Explainability: Apply SHAP to interpret individual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Weather Integration: Incorporate wind, sea state data for landing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Ensemble Stacking: Combine multiple classifiers for higher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Causality Analysis: Isolate true drivers vs. spurious correlations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• Booster Maintenance: Predictive maintenance based on flight history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Summary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✓ Data-driven decision-making improves mission reliability &amp; cost-effectiveness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✓ Machine learning enables predictive insights for operational teams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✓ Transparent, reproducible workflows build stakeholder confidence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✓ Historical analysis reveals trends beyond intuition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✓ 90% model accuracy enables confident pre-flight risk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✓ Recommendations support SpaceX mission planning &amp; booster reusability strategy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GitHub Repositories &amp; Local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GitHub (Peer Review):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Data Collection, Wrangling, EDA, SQL, Folium, Dashboard, Predictive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Local Datasets &amp; Code: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Spacex.csv (150+ launch records)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spacex_launch_geo.csv, spacex_launch_dash.csv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• spacex-dash-app.py, launch_sites_map.html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1669</Words>
  <Application>Microsoft Office PowerPoint</Application>
  <PresentationFormat>On-screen Show (4:3)</PresentationFormat>
  <Paragraphs>153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kikl komy</cp:lastModifiedBy>
  <cp:revision>2</cp:revision>
  <dcterms:created xsi:type="dcterms:W3CDTF">2013-01-27T09:14:16Z</dcterms:created>
  <dcterms:modified xsi:type="dcterms:W3CDTF">2025-12-06T06:31:55Z</dcterms:modified>
  <cp:category/>
</cp:coreProperties>
</file>